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7C66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C6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7315200" cy="2926080"/>
          </a:xfrm>
          <a:prstGeom prst="roundRect">
            <a:avLst>
              <a:gd name="adj" fmla="val 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PP Chat 在线聊天系统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Web 程序设计课程大作业答辩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项目组  | 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3192" y="301751"/>
            <a:ext cx="8412480" cy="44805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8412480" cy="44805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7C66"/>
                </a:solidFill>
              </a:defRPr>
            </a:pPr>
            <a: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项目背景与建设目标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核心功能模块设计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14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系统架构与模块划分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90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175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数据库与关键实现链路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930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204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部署成果与团队协作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768096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9592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7C66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59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总结与项目收获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项目背景与目标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252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面向 Web 程序设计课程大作业的完整项目实践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选题聚焦在线聊天系统，覆盖高频社交场景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目标是实现可运行、可演示、可部署的完整系统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最终交付包含代码、文档、报告与线上成果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系统角色与使用场景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普通用户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注册、登录、找回密码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好友搜索、申请、分组与备注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私聊、群聊与语音消息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聊天记录搜索导出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7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通知中心统一处理申请与邀请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管理员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独立后台登录入口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查看系统统计信息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维护用户、好友、群聊、消息数据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重置密码与清理异常数据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675887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支撑系统演示与维护管理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功能模块总览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252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账户模块：注册、登录、退出登录、资料维护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好友模块：搜索、申请、分组、备注与删除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群聊模块：创建群聊、公告、成员管理、邀请申请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消息模块：私聊群聊、搜索导出、未读统计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90672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272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7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语音模块：录音、发送、存储与播放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027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0273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后台管理：仪表盘与多类业务数据维护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账户与好友模块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账户模块实现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Session 保存当前登录用户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LoginInterceptor 统一拦截未登录访问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BCrypt 加密密码，避免明文存储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支持昵称、头像、密码等资料维护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好友模块实现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支持搜索用户与发送好友申请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双向存储好友关系，简化列表查询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支持分组管理、移动分组和设置备注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通知中心统一处理待处理申请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群聊与通知中心模块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群聊模块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创建群聊并维护群成员关系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群主可修改群公告、踢人、解散群聊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普通成员支持退群与查看群详情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通过角色字段区分群主、管理员、成员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通知中心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统一整合好友申请、群邀请、入群申请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通过 type 与 status 区分不同业务流转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减少用户在多页面间来回切换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提升社交交互的完整性与一致性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消息与语音模块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252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文本消息支持私聊点对点与群聊广播两种实时链路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提供聊天记录搜索、导出和未读消息统计能力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语音消息基于 MediaRecorder 采集并复用消息体系发送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后端将音频落盘，数据库只保存 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90672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272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7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限制单条语音时长 10 秒，兼顾稳定性与体验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后台管理模块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252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提供独立管理员登录页面与后台接口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仪表盘展示用户、好友、群聊、消息等整体统计信息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支持维护用户、好友关系、分组、消息、群成员等多类数据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支持密码重置、搜索筛选、异常数据处理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90672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272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7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提升系统可维护性与课程展示完整度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系统架构设计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Spring Boot 4.0.6 + Java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Spring Data JPA + Hibernate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MySQL 8 + 文件系统存储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Thymeleaf + 原生 JavaScript SPA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7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WebSocket STOMP + SockJS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架构特点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单体架构，便于课程项目快速集成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页面渲染与前端交互结合，开发成本可控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实时消息链路独立于普通 REST 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文件与结构化数据分离存储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前后端模块划分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后端分层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Page Controller：页面路由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REST Controller：JSON 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WebSocket Controller：实时消息处理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Service：业务逻辑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75887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Repository：数据库访问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前端模块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chat-core.js：全局状态与初始化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chat-view.js：聊天窗口、语音、搜索导出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chat-friends.js：好友与通知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chat-groups.js：群聊与详情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675887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703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chat-profile.js：个人中心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41248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252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核心表涵盖用户、管理员、好友、群聊、消息、邀请等 10 类业务对象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07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好友关系采用双向存储，简化从用户视角的好友查询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762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群邀请表统一承载邀请入群与申请入群两类流程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51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私聊与群聊消息都支持文本与语音两种消息类型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90672"/>
            <a:ext cx="7863840" cy="402336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272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7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ER 图可直观展示账户、关系、群聊与消息之间的关联结构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457200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457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关键实现链路：语音消息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语音消息是本项目最有代表性的实现链路之一。前端通过 MediaRecorder 获取浏览器麦克风音频流，将录音结果转为 Base64 Data URL 后，通过 STOMP 发送到现有聊天消息链路；后端在 ChatController 中接收消息，根据消息类型判断是否为语音，再调用 FileService 将 Base64 音频解码并保存到 uploads/audio 目录，最后把音频 URL 与消息元数据一并落库并分发。该设计避免了把完整音频内容直接长期存入数据库，同时保持了语音消息与文本消息在渲染层面的统一。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1751" y="210312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8595360" cy="8229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7C66"/>
                </a:solidFill>
              </a:defRPr>
            </a:pPr>
            <a:r>
              <a:t>部署成果与团队协作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1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82312" y="1216152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0000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部署成果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项目已部署到云服务器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通过 Nginx 反向代理对外提供访问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已配置 HTTPS，支持浏览器麦克风安全调用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线上地址可直接演示前后台功能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A085"/>
                </a:solidFill>
              </a:defRPr>
            </a:pPr>
            <a:r>
              <a:t>团队协作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92024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947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六人按模块分工推进开发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359152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3865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通过 Git 分支与合并集成多人改动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798064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前中后期有明确迭代主题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236976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2644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▸ 代码、文档、部署同步收口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7C66"/>
            </a:gs>
            <a:gs pos="100000">
              <a:srgbClr val="074A3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7315200" cy="384048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640080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68249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✦  完成了聊天系统从需求、设计、编码到部署的完整闭环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48840"/>
            <a:ext cx="640080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8541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✦  实现了文本消息、语音消息、通知中心与后台管理等核心能力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651760"/>
            <a:ext cx="640080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68833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✦  在课程要求基础上增强了系统完整性、可展示性与可维护性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154680"/>
            <a:ext cx="6400800" cy="41148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912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✦  团队在实时通信、数据建模、部署上线方面积累了完整实践经验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谢谢观看，欢迎提问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